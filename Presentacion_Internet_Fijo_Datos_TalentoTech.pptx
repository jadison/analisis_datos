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226" y="-107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394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563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973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59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491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306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82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191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41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20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750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4378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008556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3223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319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074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940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Internet fijo en Colombia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dirty="0" err="1"/>
              <a:t>Análisis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de </a:t>
            </a:r>
            <a:r>
              <a:rPr dirty="0" err="1"/>
              <a:t>accesos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departamento</a:t>
            </a:r>
            <a:r>
              <a:rPr dirty="0"/>
              <a:t>, </a:t>
            </a:r>
            <a:r>
              <a:rPr dirty="0" err="1"/>
              <a:t>tecnología</a:t>
            </a:r>
            <a:r>
              <a:rPr dirty="0"/>
              <a:t> y </a:t>
            </a:r>
            <a:r>
              <a:rPr dirty="0" err="1"/>
              <a:t>segmento</a:t>
            </a:r>
            <a:endParaRPr dirty="0"/>
          </a:p>
          <a:p>
            <a:r>
              <a:rPr dirty="0"/>
              <a:t>Proyecto final – Bootcamp Talento Tech (</a:t>
            </a:r>
            <a:r>
              <a:rPr dirty="0" err="1"/>
              <a:t>Explorador</a:t>
            </a:r>
            <a:r>
              <a:rPr dirty="0"/>
              <a:t>)</a:t>
            </a:r>
          </a:p>
          <a:p>
            <a:endParaRPr dirty="0"/>
          </a:p>
          <a:p>
            <a:r>
              <a:rPr lang="es-ES" dirty="0"/>
              <a:t>Jadison Yulian Ramirez Durango</a:t>
            </a:r>
            <a:endParaRPr dirty="0"/>
          </a:p>
          <a:p>
            <a:r>
              <a:rPr lang="es-ES" dirty="0"/>
              <a:t>Medellin</a:t>
            </a:r>
            <a:r>
              <a:rPr dirty="0"/>
              <a:t>, </a:t>
            </a:r>
            <a:r>
              <a:rPr lang="es-ES" dirty="0"/>
              <a:t>Diciembre</a:t>
            </a:r>
            <a:r>
              <a:rPr dirty="0"/>
              <a:t>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y datos utilizados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Objetivo general:</a:t>
            </a:r>
          </a:p>
          <a:p>
            <a:pPr lvl="1"/>
            <a:r>
              <a:t>Analizar cómo se distribuyen los accesos de internet fijo en Colombia entre 2016 y 2023, por departamento, tecnología y tipo de usuario (segmento).</a:t>
            </a:r>
          </a:p>
          <a:p>
            <a:r>
              <a:t>Datos utilizados:</a:t>
            </a:r>
          </a:p>
          <a:p>
            <a:pPr lvl="1"/>
            <a:r>
              <a:t>• Dataset público de MinTIC: “Internet Fijo – Accesos por tecnología y segmento” (formato CSV).</a:t>
            </a:r>
          </a:p>
          <a:p>
            <a:pPr lvl="1"/>
            <a:r>
              <a:t>• Periodo: 2016–2023. Registros por año, trimestre, departamento, municipio, tecnología y segmento.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departamentos por accesos</a:t>
            </a:r>
          </a:p>
        </p:txBody>
      </p:sp>
      <p:pic>
        <p:nvPicPr>
          <p:cNvPr id="3" name="Picture 2" descr="graf_top10_departam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695768" cy="33478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Accesos por tecnología de acceso</a:t>
            </a:r>
          </a:p>
        </p:txBody>
      </p:sp>
      <p:pic>
        <p:nvPicPr>
          <p:cNvPr id="3" name="Picture 2" descr="graf_tecnolog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754762" cy="36428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Accesos por tipo de segmento</a:t>
            </a:r>
          </a:p>
        </p:txBody>
      </p:sp>
      <p:pic>
        <p:nvPicPr>
          <p:cNvPr id="3" name="Picture 2" descr="graf_segm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632704" cy="37551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Evolución de accesos por año</a:t>
            </a:r>
          </a:p>
        </p:txBody>
      </p:sp>
      <p:pic>
        <p:nvPicPr>
          <p:cNvPr id="3" name="Picture 2" descr="graf_evolucion_an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620256" cy="33101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Conclusiones:</a:t>
            </a:r>
          </a:p>
          <a:p>
            <a:pPr lvl="1"/>
            <a:r>
              <a:t>• El servicio de internet fijo se concentra en las grandes ciudades y departamentos más poblados.</a:t>
            </a:r>
          </a:p>
          <a:p>
            <a:pPr lvl="1"/>
            <a:r>
              <a:t>• Las tecnologías CABLE, HFC, XDSL y FTTH concentran la mayoría de los accesos.</a:t>
            </a:r>
          </a:p>
          <a:p>
            <a:pPr lvl="1"/>
            <a:r>
              <a:t>• El segmento residencial representa la gran mayoría de los accesos frente al corporativo.</a:t>
            </a:r>
          </a:p>
          <a:p>
            <a:pPr lvl="1"/>
            <a:r>
              <a:t>• A lo largo de los años se observa una tendencia de crecimiento, con una ligera caída en el último año registrado.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205</Words>
  <Application>Microsoft Office PowerPoint</Application>
  <PresentationFormat>Presentación en pantalla (4:3)</PresentationFormat>
  <Paragraphs>22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Faceta</vt:lpstr>
      <vt:lpstr>Internet fijo en Colombia</vt:lpstr>
      <vt:lpstr>Objetivo y datos utilizados</vt:lpstr>
      <vt:lpstr>Top 10 departamentos por accesos</vt:lpstr>
      <vt:lpstr>Accesos por tecnología de acceso</vt:lpstr>
      <vt:lpstr>Accesos por tipo de segmento</vt:lpstr>
      <vt:lpstr>Evolución de accesos por año</vt:lpstr>
      <vt:lpstr>Conclusiones principales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Jadison Yulian Ramirez Durango</cp:lastModifiedBy>
  <cp:revision>2</cp:revision>
  <dcterms:created xsi:type="dcterms:W3CDTF">2013-01-27T09:14:16Z</dcterms:created>
  <dcterms:modified xsi:type="dcterms:W3CDTF">2025-12-10T18:07:43Z</dcterms:modified>
  <cp:category/>
</cp:coreProperties>
</file>